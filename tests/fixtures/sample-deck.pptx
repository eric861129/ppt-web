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F6555-8025-4633-8ED0-28B23F4D4197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DB73C-1422-4DDE-B4A0-D6B682D88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65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開場：先自我介紹，說明今天的主題。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703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三個重點，一個一個講。</a:t>
            </a:r>
          </a:p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講到第三點時，示範手機上的備忘稿。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0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強調檔案不會上傳。</a:t>
            </a:r>
          </a:p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掃 </a:t>
            </a:r>
            <a:r>
              <a:rPr lang="en-US" altLang="zh-TW">
                <a:latin typeface="Segoe UI" panose="020B0502040204020203" pitchFamily="34" charset="0"/>
                <a:ea typeface="Microsoft JhengHei" panose="020B0604030504040204" pitchFamily="34" charset="-120"/>
              </a:rPr>
              <a:t>QR Code </a:t>
            </a:r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之前，手機和電腦都要有網路。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76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這頁是隱藏投影片，預設匯出的 </a:t>
            </a:r>
            <a:r>
              <a:rPr lang="en-US" altLang="zh-TW">
                <a:latin typeface="Segoe UI" panose="020B0502040204020203" pitchFamily="34" charset="0"/>
                <a:ea typeface="Microsoft JhengHei" panose="020B0604030504040204" pitchFamily="34" charset="-120"/>
              </a:rPr>
              <a:t>PDF </a:t>
            </a:r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不會包含它。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563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第一段：先講背景。</a:t>
            </a:r>
          </a:p>
          <a:p>
            <a:pPr lvl="1"/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細節 </a:t>
            </a:r>
            <a:r>
              <a:rPr lang="en-US" altLang="zh-TW">
                <a:latin typeface="Segoe UI" panose="020B0502040204020203" pitchFamily="34" charset="0"/>
                <a:ea typeface="Microsoft JhengHei" panose="020B0604030504040204" pitchFamily="34" charset="-120"/>
              </a:rPr>
              <a:t>A</a:t>
            </a:r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：補充說明。</a:t>
            </a:r>
          </a:p>
          <a:p>
            <a:pPr lvl="1"/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細節 </a:t>
            </a:r>
            <a:r>
              <a:rPr lang="en-US" altLang="zh-TW">
                <a:latin typeface="Segoe UI" panose="020B0502040204020203" pitchFamily="34" charset="0"/>
                <a:ea typeface="Microsoft JhengHei" panose="020B0604030504040204" pitchFamily="34" charset="-120"/>
              </a:rPr>
              <a:t>B</a:t>
            </a:r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：另一個補充。</a:t>
            </a:r>
          </a:p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第二段：再講結論。</a:t>
            </a:r>
          </a:p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第三段：最後提醒時間。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04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預留 </a:t>
            </a:r>
            <a:r>
              <a:rPr lang="en-US" altLang="zh-TW">
                <a:latin typeface="Segoe UI" panose="020B0502040204020203" pitchFamily="34" charset="0"/>
                <a:ea typeface="Microsoft JhengHei" panose="020B0604030504040204" pitchFamily="34" charset="-120"/>
              </a:rPr>
              <a:t>10 </a:t>
            </a:r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分鐘問答。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928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Segoe UI" panose="020B0502040204020203" pitchFamily="34" charset="0"/>
                <a:ea typeface="Microsoft JhengHei" panose="020B0604030504040204" pitchFamily="34" charset="-120"/>
              </a:rPr>
              <a:t>結尾，感謝大家。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DB73C-1422-4DDE-B4A0-D6B682D8876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618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E7CCBC-6523-48DB-8945-CEF267B59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B71C9D9-C1D8-4B26-989F-3A52BA76D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A4F39D-9696-418B-A5FE-E6B1E5F8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FF10D1-67B8-4EED-BB91-B7B8BF41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AAF862-0133-4EEA-99C9-EB0DFC85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8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2EA91-0F11-452D-96B2-15901EF2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B8E733-F80F-4AB4-96AB-AA2FB8688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D4864E-85EF-4DD4-8A67-08ABFB7C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A65847-A853-41FE-B7E1-042A6C31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FD551A-151D-4D06-9B76-9202D206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6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154153-FC3C-45DC-9236-9394CAF9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8EBC03-B929-4F44-A4A5-9921C3F57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BE3C4C-C903-47A1-B421-4C0FE431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A87520-6332-42CC-B0A9-BAA32FC4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2B18C3-6510-47C7-9061-DDDCA255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2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2E0A26-E3DD-4F21-B36F-E356B6A5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E5FF2A-4C00-4C15-9B77-1A0830765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2A9DE8-FCA9-41D2-B0EE-8A05C9401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CC3335-88E3-4AC8-AE49-4DBB6F82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BE7471-AA85-4C19-AD6A-C93A6695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9CE69A-BA08-402E-9318-D9FDE22E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59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A3C15E-1B23-4236-8E41-924422BA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C88689-6CD6-4367-89E7-71256DE39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28F0D2-3152-4513-8705-544A94AE4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7746556-D7E7-47B0-AC06-0AF1ED064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99542F-A880-45C6-A528-CEAFF77B5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450B076-D972-438D-808B-37EC494C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0EA541A-9915-46D0-8AD5-5DC50C2D2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26B170D-D075-4561-880A-C07FE014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73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9B9860-B95F-41A3-B532-51591B81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366B72-F519-445A-83E3-771FB756C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9B4F096-D614-4F54-87FB-F362D0E4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7614CC-360D-488A-BF43-AA8B78C4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4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75CA6D-25B0-4494-A3B2-C76BFC63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22601D1-441B-43F8-BCC3-561DE847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3B1BF2-D486-4ED9-8679-B8EFE642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47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C40C63-D237-418A-9F23-2CD54B7D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15962-9359-4C5C-8ACC-2E85FB457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FFDCDAD-5AC5-4E21-8642-EF5EDE4A0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51CD40-1E4B-4422-A02B-F9E0F658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C667B9-58B5-4ED2-8324-9B8E2D11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F9975E-E7DD-467C-897F-FBA6C4F2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65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BA012-ECE0-48B3-9259-8B4C9D5B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FA7E2D1-4266-45E3-9F8A-394D00CFE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7A9E0D4-5B96-4979-908B-A75AE17CB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D85781-52C4-4C10-9B22-0ACF727F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003EE4-4354-4AC3-936C-B5CE0059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CEB303-3132-412B-B1E3-A2092892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71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8290DD-73AB-49BF-9FFD-6C8B4E07E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D89121-172C-409C-AB2D-D0F5A08A6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C6A145-3A8B-48A0-AB36-ACD56E7D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E0879C-AB23-4B3A-9123-7896CDA0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7899F1-474A-48B0-8A62-2333C2FC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93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2FC71D-05F6-46BE-9B7A-FAAB7FF99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21FD389-D342-4D8E-A1BA-5A1B98C28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95CA3F-DC6F-4D4D-A271-A7754D96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3792EE-7B95-4FC8-ABA0-660DD770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9F6F5A-39C0-4194-AE0E-833CAEC0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3898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830CE-1EFC-4233-94B3-2CC1725D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43FD0-DF7A-49FD-B2F2-251E9DA43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D1FDCA-9ED9-4DF7-BEF8-F1AD40FC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5B96A0-45F0-4229-8154-FE2842B4E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B0673-9C42-4CC0-A3B3-9F32A983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68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B6C7B31-89C2-455A-9374-58F0FFEC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0BEA9-4C46-455B-8331-086E2E05B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F81A0C-3F92-48DA-B8FD-DFAE2CAAB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B23E1-099A-49B9-9319-A2363D08F42C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3595DE-33C6-4301-B592-2FB5AFB81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B4B3F0-0E1D-4B17-ACF1-BE8CEF108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2A34B-330C-4937-822A-0CC3A94460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925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ABCDDB-7030-437B-9315-42B134CEC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FFFFF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PPT-Web </a:t>
            </a:r>
            <a:r>
              <a:rPr lang="zh-TW" altLang="en-US" b="1">
                <a:solidFill>
                  <a:srgbClr val="FFFFF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範例簡報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272AFB7-2943-4C07-BE34-D078E69185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>
                <a:solidFill>
                  <a:srgbClr val="FFFFF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測試用：翻頁、黑幕、備忘稿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91D3750-BA8F-43C7-9752-5D3B1E7DD475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FFFFFF"/>
                </a:solidFill>
              </a:rPr>
              <a:t>#1</a:t>
            </a:r>
            <a:endParaRPr lang="zh-TW" alt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02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D69B73-27B8-45A2-BD13-989FDF9C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為什麼需要簡報工作站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C9B7D7-874A-4B32-BC41-B12923B4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不用安裝軟體</a:t>
            </a:r>
          </a:p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手機就是簡報筆</a:t>
            </a:r>
          </a:p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備忘稿跟著走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F73DE-07D5-4F3B-A751-8648D3EEEF3D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1F2937"/>
                </a:solidFill>
              </a:rPr>
              <a:t>#8</a:t>
            </a:r>
            <a:endParaRPr lang="zh-TW" altLang="en-US" sz="4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44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EA190-78F4-41D2-B2D8-C2D8D954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使用流程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46BBD8-AF3D-4832-978D-F3AE0D748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在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PowerPoint </a:t>
            </a:r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匯出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PDF</a:t>
            </a:r>
          </a:p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把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PDF </a:t>
            </a:r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和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PPTX </a:t>
            </a:r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拖進網站</a:t>
            </a:r>
          </a:p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用手機掃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QR Code</a:t>
            </a:r>
          </a:p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開始簡報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472020-6D05-4469-B354-2B662660FE9D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1F2937"/>
                </a:solidFill>
              </a:rPr>
              <a:t>#2</a:t>
            </a:r>
            <a:endParaRPr lang="zh-TW" altLang="en-US" sz="4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76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DE6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F6B9A-AEF3-4DA7-9B9A-56EE7E54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（隱藏）備用資料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76CBB9-A7DC-4440-9398-499AE4ECE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只有被問到時才會用到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D19F760-C44D-4080-BE55-4AC6C51D749D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1F2937"/>
                </a:solidFill>
              </a:rPr>
              <a:t>#3</a:t>
            </a:r>
            <a:endParaRPr lang="zh-TW" altLang="en-US" sz="4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96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93DAF-FA95-4637-8AF0-0BB2C64A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Mixed </a:t>
            </a:r>
            <a:r>
              <a:rPr lang="zh-TW" altLang="en-US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中英文 </a:t>
            </a:r>
            <a:r>
              <a:rPr lang="en-US" altLang="zh-TW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123</a:t>
            </a:r>
            <a:endParaRPr lang="zh-TW" altLang="en-US" b="1">
              <a:solidFill>
                <a:srgbClr val="1F2937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0D2213-0501-4376-B022-1E761556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Slides </a:t>
            </a:r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和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Notes </a:t>
            </a:r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混排</a:t>
            </a:r>
          </a:p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數字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2026 </a:t>
            </a:r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與符號 </a:t>
            </a:r>
            <a:r>
              <a:rPr lang="en-US" altLang="zh-TW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&amp; &lt; &gt;</a:t>
            </a:r>
            <a:endParaRPr lang="zh-TW" altLang="en-US">
              <a:solidFill>
                <a:srgbClr val="1F2937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CEB0B2E-996E-4F47-B786-673E5C1B9D3A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1F2937"/>
                </a:solidFill>
              </a:rPr>
              <a:t>#4</a:t>
            </a:r>
            <a:endParaRPr lang="zh-TW" altLang="en-US" sz="4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2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DE9C9-7480-442F-BB90-9B5F2FCE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長備忘稿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E0AD1C-DB79-4408-9736-EC784058C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這頁的備忘稿比較長，用來測試捲動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CBC4A83-C845-4F85-B062-562EE3CB314E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1F2937"/>
                </a:solidFill>
              </a:rPr>
              <a:t>#5</a:t>
            </a:r>
            <a:endParaRPr lang="zh-TW" altLang="en-US" sz="4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386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551891-2FC1-4568-8AC0-7B2713A3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Q&amp;A</a:t>
            </a:r>
            <a:endParaRPr lang="zh-TW" altLang="en-US" b="1">
              <a:solidFill>
                <a:srgbClr val="1F2937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C4269B-19D0-47BC-87B5-3F0760A0B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solidFill>
                  <a:srgbClr val="1F2937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歡迎提問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FC2BC4-4A6F-4681-BFAF-24A4CD511636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1F2937"/>
                </a:solidFill>
              </a:rPr>
              <a:t>#6</a:t>
            </a:r>
            <a:endParaRPr lang="zh-TW" altLang="en-US" sz="4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96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8559EA-14CD-4F18-811C-29441C3AF3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>
                <a:solidFill>
                  <a:srgbClr val="FFFFF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謝謝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88B03C-EA64-4894-A4B5-980A84210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F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PPT-Web </a:t>
            </a:r>
            <a:r>
              <a:rPr lang="zh-TW" altLang="en-US">
                <a:solidFill>
                  <a:srgbClr val="FFFFFF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簡報工作站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B89622F-0783-4244-AFA9-DE670AFFF175}"/>
              </a:ext>
            </a:extLst>
          </p:cNvPr>
          <p:cNvSpPr txBox="1"/>
          <p:nvPr/>
        </p:nvSpPr>
        <p:spPr>
          <a:xfrm>
            <a:off x="10414000" y="5588000"/>
            <a:ext cx="152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4000">
                <a:solidFill>
                  <a:srgbClr val="FFFFFF"/>
                </a:solidFill>
              </a:rPr>
              <a:t>#7</a:t>
            </a:r>
            <a:endParaRPr lang="zh-TW" alt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67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自訂</PresentationFormat>
  <Paragraphs>50</Paragraphs>
  <Slides>8</Slides>
  <Notes>7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佈景主題</vt:lpstr>
      <vt:lpstr>PPT-Web 範例簡報</vt:lpstr>
      <vt:lpstr>為什麼需要簡報工作站</vt:lpstr>
      <vt:lpstr>使用流程</vt:lpstr>
      <vt:lpstr>（隱藏）備用資料</vt:lpstr>
      <vt:lpstr>Mixed 中英文 123</vt:lpstr>
      <vt:lpstr>長備忘稿</vt:lpstr>
      <vt:lpstr>Q&amp;A</vt:lpstr>
      <vt:lpstr>謝謝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PPT-Web 範例簡報</dc:title>
  <dc:creator>黃祈豫(Eric_Huang)</dc:creator>
  <cp:lastModifiedBy>黃祈豫(Eric_Huang)</cp:lastModifiedBy>
  <cp:revision>1</cp:revision>
  <dcterms:created xsi:type="dcterms:W3CDTF">2026-10-28T06:33:00Z</dcterms:created>
  <dcterms:modified xsi:type="dcterms:W3CDTF">2026-10-28T06:33:00Z</dcterms:modified>
</cp:coreProperties>
</file>